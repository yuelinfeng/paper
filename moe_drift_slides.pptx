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今天汇报分两部分：第一部分是我们用真实 trace 做的现象确证实验——证明「任务漂移」确实存在，并且系统性地破坏频率缓存；第二部分是在此基础上提出的 FineMoE 改造方向。整个故事有一条实证驱动的主线，先把问题「说死」，再谈怎么解。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先对齐基本概念。MoE 的核心思路是稀疏激活——每个 token 只走少数几个专家，其余不参与计算，所以推理算力可控。但代价是专家权重分散、单机显存装不下，offload 是目前工程上最主流的部署方式。这里引入 ρ 这个无量纲比值，后面 motivation 会直接用它：ρ 大意味着搬运一次专家的代价远超计算，缓存命中率的重要性被放大很多倍。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PbC 的结论——路由有规律——我们并不整体否定，G 和 T 在单一任务内确实成立，我们自己的实验也复现了这两点。我们的切入点更精准：这篇论文的评测里，不同任务的 trace 是混在一起的，它没有问「如果任务变了会怎样」。这是它的盲区，也是我们的楔子。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任务漂移不是我们人为构造的假设，而是数据里就存在的现象——下一页会直接展示。本文的主评测场景是顺序漂移，因为 agentic 流水线和长会话是目前最真实、最常见的场景，而且信号可以直接用单请求的相似度分数来检测。多租户并发需要跨请求的信号聚合，是 stretch 目标。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整个论文最硬的一块地基，完全独立于缓存仿真，只是在问「做代码题时最活跃的那几个专家，和做考试题时最活跃的那几个专家，是不是同一批人」——答案是几乎完全不是同一批。顺带说一句，余弦相似度没有发现这个差异，但集合 Jaccard 发现了；这也说明了为什么我们要用集合而不是向量度量。
图表资产：analysis_out/plots/jaccard_DeepSeek.svg 或 jaccard_Llama4.svg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PbC 说的"有规律"在单一任务内我们也复现了，不是它错了。我们证明的是适用的边界。G 通过 16/16 测试、T 在 5 个模型下 lift 口径一致——这两点我们完全认同。但 S（跨任务相似度）则全军覆没：48 个跨任务测试格里一个都没过，40 个格的置信区间上界还不到 0.3。这是一条明确的边界线。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ρ=65 意味着每次 miss 的等待时间是单次计算的 65 倍。SSD 下 ρ 可达 300。这就是为什么漂移"专门打 offload 的命脉"——GH200 板间互联的 ρ 接近 1，选错代价微乎其微；但消费级 PCIe 或 SSD 部署下，任何一个缓存选择错误都被放大几十上百倍。任务漂移让预测更难，恰恰在代价最高的场景下爆发。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这张图是我们整个 motivation 的核心。横向看：Llama4 top-1 的冻结代价最高达 2.05×，配合 ρ=65–98 意味着实际推理时间翻倍以上。纵向看：在线 LFU 比冻结好，但仍远超 1×。右下角 α 扫描说明即使漂移强度适中也无法幸免——这是静态缓存表的结构性缺陷，不是参数没调好。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 的设计思路：如果漂移真的专门惩罚 LFU，那么漂移前后 LFU vs LRU 的差距应该扩大，而 LRU 本身因为不记历史频率所以应该近免疫。我们观察到的结果和这个预测方向一致——D 三个容量都是正的，LRU warm-cold 差为零——但因为 mmlu 57 科太杂，单科功效不足，无法达到 per-C 显著。这不是推翻效应的负结果，而是统计功效的限制，需要更大样本或同质任务。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五个模型在 C &gt; top-k 条件下方向全部一致，这不是巧合——而是 top-k 决定了专家集合的稀疏程度：k=1 时每步只访问一个专家，集合极度集中，跨任务切换意味着完全换人，效应最大；k=8 时集合分散，切换后仍有部分重叠，效应被稀释。forced 区（C ≤ k）的 D≈0 是容量约定造成的伪影，不能作为无效应的证据。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FineMoE 是目前最接近我们场景的 SOTA，它的 Expert Map Store + 相似度检索 + LFU 驱逐是一个完整的闭环。但这个闭环的每一个环节都隐含了"任务稳定"的假设：相似度检索假设新请求和历史 map 相似；LFU 假设历史频率能代表未来；Store 假设已有的 map 库是完备的。任务漂移击穿了这三个假设，导致三个独立的失效路径。这是我们改造方案的直接出发点。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这是整个工作最重要的一张幻灯片，定义了我们论文的科学贡献所在。我们不是说 FineMoE 错了，而是说最优策略随场景变化——这是一个比"A 比 B 好"更深刻的结论。FineMoE 在准平稳负载下选 LFU 是完全正确的，在那个 regime 里它就应该用 LFU。我们的贡献是证明了另一个 regime 的存在，并提供了切换机制。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零开销需要解释清楚：这里的零开销是指零计算额外开销，不是零内存。但由于 FineMoE 的 C++ 基座里已经有 last_access_time 字段并持续维护，连内存都基本不用增加——只是把这个字段接进驱逐排序键。代码里甚至有一段被注释掉的旧 LRU 驱逐代码，说明 FineMoE 自己曾经有过 LRU 路径，然后主动换掉了——我们的 CP1 相当于在漂移条件下有条件地把这条被弃用的 recency 信号重新接回来。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CP2 和 FineMoE 的分歧是最本质的：FineMoE 认为越不确定越应该多预取来对冲，我们认为越不确定加上带宽越贵，预取的期望价值越低，不如不预取。这个争议的裁判是实验——M1 的特征化实验就是要测出 delta 对冲在漂移加紧预算下是否真的无效或有害。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新颖性不来自某一个单独的策略——recency 驱逐、激进预取这些单极策略都有先例。我们的贡献是在什么条件下、用什么信号、在哪些极点之间切换这一层元决策，以及把这一层嫁接在 FineMoE 已有的基础设施上、做到近零开销。SwapMoE 最像潜在竞争者，但它建立在局部性恒定的假设上——而我们的整个工作恰恰是在攻击这个假设被破坏时的情况。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M0 是整个方向的低风险验证——我们在做 DAC 之前先把动机数据的方法论质量保证好。等容量 bug 这个细节值得一提：原始实验里 hybrid 缓存用了 1.5C 的容量，相当于作弊，修正后结论更保守也更诚实。M1 是最关键的实验：如果 delta 对冲在漂移加紧预算下真的有害，DAC 的 CP2 就有了实验铁证支撑。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这页很重要——我们在汇报里主动把结论的边界说清楚，比被老师问到再解释要好得多。特别是缓存 D 的显著性：我们有点估计、有方向、有机制，但没有 per-C 的统计显著，这个差距要诚实交代。DAC 部分目前是有充分动机、有代码级落地方案、但没有实验结果，汇报里要区分已验证和待验证。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用一句话收尾：我们在一个 FineMoE 没有测过的 regime 里，用 FineMoE 自己已经算出的信号，来修复 FineMoE 在那个 regime 下的失效——这是增量而非替代，贡献是把最优策略随任务分布变化这一层显式做出来。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任务漂移下的 MoE 专家缓存失效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现象确证与漂移感知 FineMoE 改造方案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批判性复现与系统扩展 | 研究生组会汇报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5445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汇报人：[姓名]    日期：2026-08-28    方向：MoE 推理 / 专家 offload / 在线缓存策略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背景：MoE 专家 Offload 与缓存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88136"/>
            <a:ext cx="292608" cy="29260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88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13816" y="1078992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每层有 N 个专家，每次推理只激活 top-k 个（k=1 或 k=8）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746504"/>
            <a:ext cx="292608" cy="29260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46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3816" y="1737360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大型 MoE 模型（DeepSeek-R1 / Llama4 / Kimi-K2）数百 GB，GPU 无法全量驻留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404872"/>
            <a:ext cx="292608" cy="29260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04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3816" y="2395728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专家 Offload：GPU 只放容量 C 个专家，其余存 CPU/SSD；需要时搬运（miss）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063240"/>
            <a:ext cx="292608" cy="29260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063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3816" y="3054096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命中率越高 → 搬运次数越少 → 延迟越低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0" y="1005840"/>
            <a:ext cx="3657600" cy="347472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关键参数 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1554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 =  miss 延迟 / 计算延迟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49240" y="1938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（无量纲代价比）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2286000"/>
          <a:ext cx="3429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85800"/>
                <a:gridCol w="1097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存储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实测 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Qwen3-235B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22–50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DeepSeek-R1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52–58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Llama4-Maverick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65–98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Llama4-Maverick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208–312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349240" y="42062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越大 → 选错缓存策略代价越贵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被挑战的论文：《Patterns behind Chaos》(PbC)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的核心主张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26464"/>
            <a:ext cx="292608" cy="29260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26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3816" y="141732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专家路由并非随机，存在可利用的规律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993392"/>
            <a:ext cx="292608" cy="29260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3816" y="1984248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全局集中性 (G)：热专家跨层跨模型稳定存在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560320"/>
            <a:ext cx="292608" cy="29260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3816" y="2551176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时间局部性 (T)：近期访问具有重复性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127248"/>
            <a:ext cx="292608" cy="29260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3816" y="3118104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基于此规律，可预测性地缓存专家、提升命中率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005840"/>
            <a:ext cx="0" cy="3566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02412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我们的批判性切入点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1417320"/>
            <a:ext cx="3840480" cy="13716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1481328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的评测将所有 benchmark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混合在一起，隐含假设：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「请求流的任务类型足够稳定」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292608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2999232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如果任务类型发生切换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（代码题 → 考试题）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这个"稳定"假设还成立吗？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 PbC 的盲区，也是我们的楔子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核心概念：任务漂移（Task Drift）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38988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请求流中的任务类型发生切换，导致各层专家激活分布 P_l 随时间发生非平稳迁移。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874520"/>
            <a:ext cx="26517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874520"/>
            <a:ext cx="2651760" cy="320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874520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 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2494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多租户 serving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63347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代码助手 + 数学 + 问答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在同一实例上交错到达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874520"/>
            <a:ext cx="26517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874520"/>
            <a:ext cx="265176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874520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 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2494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流水线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63347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同一会话内跨任务跳转：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 → 写代码 → 总结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874520"/>
            <a:ext cx="26517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874520"/>
            <a:ext cx="265176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53912" y="1874520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 ③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22494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长会话主题漂移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263347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对话从闲聊滑向专业领域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再滑走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749040"/>
            <a:ext cx="8321040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本文主评测场景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1148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顺序漂移（任务 A → 任务 B 的顺序切换），对应来源 ② ③；多租户并发为 stretch 目标。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证据一：跨任务热专家几乎不重叠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0" y="18288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82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分布层铁证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相似度 = |A 热专家集 ∩ B 热专家集| / |A 热专家集 ∪ B 热专家集|　（1=完全一样，0=完全不重叠）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2011680" cy="146304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544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84632" y="2311603"/>
            <a:ext cx="1865376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livecodebench ↔ mmlu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跨任务 Jaccard @top-4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463040"/>
            <a:ext cx="2011680" cy="146304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5544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85–90%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633472" y="2311603"/>
            <a:ext cx="1865376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跨任务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463040"/>
            <a:ext cx="2011680" cy="146304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5544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782312" y="2311603"/>
            <a:ext cx="1865376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同任务（lcb）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@top-4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1463040"/>
            <a:ext cx="2011680" cy="146304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5544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40/48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931152" y="2311603"/>
            <a:ext cx="1865376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 benchmark cell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上界 &lt; 0.3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017520"/>
          <a:ext cx="8321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  <a:gridCol w="1737360"/>
                <a:gridCol w="1737360"/>
                <a:gridCol w="12801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跨任务 cross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(lcb↔mmlu)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同任务 within-lcb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同任务 within-mmlu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跨任务降幅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Jaccard @top-4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Jaccard @top-6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Jaccard @top-12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频率向量余弦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7%（看不出！）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11480" y="46451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频率向量余弦没有发现跨任务差异，但集合 Jaccard 发现了——细粒度集合指标是必要的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证据一（续）：5 个模型、多 benchmark 一致成立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310896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40233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单任务内：规律成立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581912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81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05256" y="1572768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G（全局集中性）：5 个模型均通过 16/16 全部测试格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112264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12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05256" y="2103120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T（时间局部性）：命中率 lift 在 5 模型下口径一致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642616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5256" y="2633472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"有规律" 在单一任务内被我们独立复现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172968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5256" y="3163824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结论：G / T 是真实的、可重复的规律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051560"/>
            <a:ext cx="4023360" cy="310896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051560"/>
            <a:ext cx="402336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051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跨任务：S 全部失败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92040" y="1581912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581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1572768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跨任务 Jaccard：48/48 cell 全部低重叠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2112264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112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94376" y="2103120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40/48 cell 的 CI 上界 &lt; 0.3（接近零相关）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92040" y="2642616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94376" y="2633472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模型方向一致：跨任务专家集几乎不交叉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92040" y="3172968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94376" y="3163824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余弦相似度"看起来高"是向量平滑效应掩盖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97680"/>
            <a:ext cx="8412480" cy="658368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315968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和 T 是单任务内的规律；任务漂移是这个规律的边界 —— PbC 没错，但适用范围有界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为什么漂移专门打 Offload 的命脉？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miss延迟 / 计算延迟。ρ 越大，选错缓存代价越贵。实测 ρ 值：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Qwen3-235B　PCIe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389888"/>
            <a:ext cx="5852160" cy="3474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389888"/>
            <a:ext cx="14630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3898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22–50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　PCIe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2029968"/>
            <a:ext cx="5852160" cy="3474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2029968"/>
            <a:ext cx="228600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0299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52–58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67004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Llama4-Maverick　PCIe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2670048"/>
            <a:ext cx="5852160" cy="3474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2670048"/>
            <a:ext cx="329184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6700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65–98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3101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Llama4-Maverick　SSD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0" y="3310128"/>
            <a:ext cx="5852160" cy="3474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0" y="3310128"/>
            <a:ext cx="566928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33101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208–312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1563624"/>
            <a:ext cx="64008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15184" y="1563624"/>
            <a:ext cx="64008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70048" y="1563624"/>
            <a:ext cx="64008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24912" y="1563624"/>
            <a:ext cx="64008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79776" y="1563624"/>
            <a:ext cx="64008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34640" y="1563624"/>
            <a:ext cx="64008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89504" y="1563624"/>
            <a:ext cx="64008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14600" y="13075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饱和阈 ρ≈25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059936"/>
            <a:ext cx="84124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133088"/>
            <a:ext cx="4023360" cy="74980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15137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GH200 板间直连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≈ 1　→　延迟倍数 ≈ 1.10×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（选错专家几乎免费）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4133088"/>
            <a:ext cx="4023360" cy="74980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15137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消费级 PCIe / SSD offload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22–312　→　延迟倍数 1.33–2.05×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（选错每次都很贵）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Motivation：漂移下"选错缓存"的端到端延迟倍数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0" y="18288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82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412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延迟倍数 = 1 + miss率 × ρ / (1 + miss率 × ρ)    |    冻结预热 = 任务 A 的 top-k 集合全填满；在线 LFU = 真实 LFU 驱逐策略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64208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43000"/>
                <a:gridCol w="1143000"/>
                <a:gridCol w="1143000"/>
                <a:gridCol w="1600200"/>
                <a:gridCol w="914400"/>
                <a:gridCol w="4572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 / top-k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任务内 miss率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跨任务 miss率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漂移后 miss率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冻结代价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LFU 代价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实测 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Llama4-Maverick / k=1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2.05× [2.02,2.08]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65–98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Kimi-K2 / k=8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1.58× [1.56,1.61]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DeepSeek-R1 / k=8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1.33× [1.32,1.34]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52–58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Qwen3-235B(forced)/k=8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1.40× [1.39,1.41]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22–50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3108960"/>
            <a:ext cx="402336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127248"/>
            <a:ext cx="3840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冻结 = 悲观端上界（任务 A 热专家全驻留，不驱逐）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3108960"/>
            <a:ext cx="402336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3127248"/>
            <a:ext cx="3840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 LFU = 真实运行时代价（按访问频率动态驱逐）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3730752"/>
            <a:ext cx="8412480" cy="548640"/>
          </a:xfrm>
          <a:prstGeom prst="rect">
            <a:avLst/>
          </a:prstGeom>
          <a:solidFill>
            <a:srgbClr val="F8FA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374904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扫描（Llama4-Maverick）：即便 α=0.5（50% 序列为新任务）冻结代价仍达 1.88×；α=0.1 已触发 1.33×。静态缓存表结构无法覆盖中等漂移强度。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证据二：LFU 被陈旧频率毒化，LRU 近免疫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8138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EXP-B 设计：先用 livecodebench (lcb) 热身预填充缓存，再切换到 mmlu 评测（模拟单次任务漂移）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658368"/>
          </a:xfrm>
          <a:prstGeom prst="rect">
            <a:avLst/>
          </a:prstGeom>
          <a:solidFill>
            <a:srgbClr val="FFF7ED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的定义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=  (LRU − LFU)_warm  −  (LRU − LFU)_cold       D &gt; 0 表示漂移专门惩罚频率缓存（LFU 相对 LRU 在漂移后额外变差）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77440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828800"/>
                <a:gridCol w="10972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容量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估计值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 显著？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= 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+0.96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[−0.23, +1.11]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不显著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= 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+1.79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[−0.36, +1.74]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不显著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= 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+2.39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[−0.45, +2.41]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不显著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035040" y="2377440"/>
            <a:ext cx="2606040" cy="111556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2395728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 warm→cold 差异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0.00 pp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近免疫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3703320"/>
            <a:ext cx="8412480" cy="1188720"/>
          </a:xfrm>
          <a:prstGeom prst="rect">
            <a:avLst/>
          </a:prstGeom>
          <a:solidFill>
            <a:srgbClr val="FFF7ED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7307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功效分析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" y="4041648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多样 57 科 mmlu 下无任一容量达 per-C 显著；效应真实（D&gt;0 方向一致）但功效不足。仅在 3 科同质任务（数学子集）下曾达统计显著。下一步：增大样本 n 或聚焦同质任务子集以提升检验功效。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证据三：5 个模型方向一致——top-k 是关键调节变量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914400"/>
                <a:gridCol w="1828800"/>
                <a:gridCol w="1371600"/>
                <a:gridCol w="2194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&gt; k 条件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估计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Llama4-Maverick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&gt; k 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+7.77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稳健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Kimi-K2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&gt; k 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+2.18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一致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DeepSeek-R1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&gt; k 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+1.27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一致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Qwen1.5-MoE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≤ k  ❌ (forced)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容量伪影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Qwen3-235B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≤ k  ❌ (forced)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容量伪影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2944368"/>
            <a:ext cx="411480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补点验证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325526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下界 +0.90 → +7.31 pp 随 C 单调递增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∈ {1, 4, 8} 三点闭合，k 越小效应越大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2944368"/>
            <a:ext cx="4114800" cy="80467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060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"forced 区"说明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00600" y="325526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≤ top-k 时每步强制全换缓存，预热状态无法保留，D ≈ 0 是容量约定伪影，非真实无效应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3858768"/>
            <a:ext cx="8412480" cy="658368"/>
          </a:xfrm>
          <a:prstGeom prst="rect">
            <a:avLst/>
          </a:prstGeom>
          <a:solidFill>
            <a:srgbClr val="DBEAFE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388620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是调节效应大小的关键变量：k 越小（激活集越稀疏）→ 漂移后失效越剧烈 → D 越大。这与专家集合的集中度理论一致。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现有 SOTA：FineMoE 在漂移下的三个失效点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FineMoE 核心机制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3977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89888"/>
            <a:ext cx="397764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89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Map Store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773936"/>
            <a:ext cx="3758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每个任务维护一张热专家映射表，离线采集，存入 KV Store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3977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304288"/>
            <a:ext cx="397764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042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相似度检索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2688336"/>
            <a:ext cx="3758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推理时计算请求与各 map 的相似度，命中后预取对应专家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18688"/>
            <a:ext cx="3977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218688"/>
            <a:ext cx="397764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186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LFU 变体驱逐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" y="3602736"/>
            <a:ext cx="3758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LFU 策略管理 GPU 缓存槽，高频专家优先驻留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1005840"/>
            <a:ext cx="0" cy="33832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241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漂移场景下的三个失效点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389888"/>
            <a:ext cx="40233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389888"/>
            <a:ext cx="402336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389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失效 A：相似度塌陷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4608" y="1773936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任务漂移后相似度得分失真 → 检索命中旧任务 map → 预取误判，搬来错误专家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304288"/>
            <a:ext cx="40233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304288"/>
            <a:ext cx="402336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3042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失效 B：LFU 陈旧计数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608" y="2688336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旧任务的高频专家仍驻留 → 新任务所需专家无位置 → 缓存污染、miss 率飙升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3218688"/>
            <a:ext cx="40233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218688"/>
            <a:ext cx="402336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218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失效 C：Store 无时序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64608" y="3602736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Map Store 无时序概念 → 旧任务 map 占坑不退 → 预取缺乏代表性条目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4251960"/>
            <a:ext cx="8412480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270248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FineMoE 从未把任务漂移作为评测轴 —— 三个失效点均源于静态缓存表假设，而非实现细节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科学张力：LFU vs LRU——分布内 vs 漂移下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同一问题，两个研究的结论为何不同？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3931920" cy="233172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89888"/>
            <a:ext cx="393192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FineMoE（EuroSys 26 消融）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场景：分布内（同任务）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结论：LFU &gt; LRU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选择 LFU，主动弃用 LRU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（代码中 LRU 路径被注释掉）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389888"/>
            <a:ext cx="3931920" cy="233172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389888"/>
            <a:ext cx="39319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389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我们（EXP-B 已验证）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8105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场景：漂移下（A→B 任务切换）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121408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结论：LRU 胜 LFU 或与 LFU 持平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Llama4: LRU +20.4pp（稳健）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C&gt;k: +0.90→+7.31pp（单调）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top-8: +3.8~+8.2pp（缩水但同向）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813048"/>
            <a:ext cx="8321040" cy="1024128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5876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任务漂移正是两个结论分岔的 regime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22452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FineMoE 在准平稳负载下选 LFU 是正确的；漂移下 LFU 反噬。最优策略随 regime 切换——而 FineMoE 没测那个 regime，也没有切换机制。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创新方向：漂移感知控制器（DAC）概览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749808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2412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 Idea：FineMoE 每次推理已经算出相似度分数 score（用于设预取阈值）——我们把它扩展为在线漂移信号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1 - score　（d 高 = 检索不到相似历史 = 漂移）　零计算额外开销：复用已算出的 score，标量重加权，微秒级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847088"/>
            <a:ext cx="2651760" cy="2176272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847088"/>
            <a:ext cx="265176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470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CP1  Recency 混合驱逐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249424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低→LFU；d 高→偏 LRU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归一化混合，无量纲问题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对应：缓存污染失效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847088"/>
            <a:ext cx="2651760" cy="2176272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847088"/>
            <a:ext cx="265176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8470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CP2  Prefetch/Bypass 预算门控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249424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高 + 带宽紧 → 停止按 stale-map 预取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退到 on-demand + recency 缓存兜底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对应：预取误判失效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1847088"/>
            <a:ext cx="2651760" cy="2176272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1847088"/>
            <a:ext cx="265176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8470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CP3  Store 时效刷新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2249424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 d&gt;阈值超 W 步 → 加速写入当前任务 map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权重逐出陈旧 map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对应：map 缺代表失效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4114800"/>
            <a:ext cx="832104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151376"/>
            <a:ext cx="8046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不是"换成 LRU"——是随漂移度连续滑动的元控制器：分布内（d→0）完全退回 FineMoE LFU，漂移时（d→1）才切向 recency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三个控制点：代码级注入点（已定位）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24128"/>
          <a:ext cx="832104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371600"/>
                <a:gridCol w="2286000"/>
                <a:gridCol w="868680"/>
                <a:gridCol w="3291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控制点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文件 : 行号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语言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改什么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Recency 混合驱逐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task_scheduler.cpp : L296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 中等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last_access_time 字段已在 model_topology.h:32，接进排序键；L440 有被注释的旧 LRU 可参照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Prefetch/Bypass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model_offload.py : L237-252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高+预算紧时不按 stale-map 选专家，bypass 退到 on-demand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时效刷新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model_offload.py : L121-158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evict 键加 staleness 权重；持续高 d 超 W 步加速 admit 当前轨迹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信号源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漂移度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model_offload.py : L161-252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scores 返回处加 EWMA + 滞回，得 d=1-score；当前 score 只喂 delta，从不跨 iter 追踪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3657600"/>
            <a:ext cx="8321040" cy="1024128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69417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代码注入特点：① ②③ 纯 Python，易改；④ C++ 中等，last_access_time 字段已存在，无需新增数据结构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07822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全仓库无任何 distribution-shift 检测 hook（代码级确认），漂移空档坐实。异步只实现一半：H2D 拷贝异步，map 搜索同步内联——新增标量逻辑在同步路径，微秒级，可忽略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新颖性边界与相关工作对比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011680"/>
                <a:gridCol w="731520"/>
                <a:gridCol w="731520"/>
                <a:gridCol w="32918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漂移处理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我们的楔子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FineMoE (EuroSys26)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复用基建，替换决策层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SwapMoE (ACL24)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假设局部性恒定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攻击正是"局部性失效"的 regime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DAOP (DATE25)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仅序列内自适应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跨任务漂移信号 + recency 切换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ProMoE (2410)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离线固定，零在线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在线信号 + bypass 门控 + Store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我们（DAC）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在线 d=1-score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目标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trace级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元控制器切换 + 带宽门控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3127248"/>
            <a:ext cx="8321040" cy="91440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16382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三个共同白地（均已核查）：① 无任何竞品处理 task drift / agentic / 长会话　② 无任何竞品有 SSD 层实测　③ 无任何竞品用相似度分数做在线漂移信号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6758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新颖性 = (零开销漂移信号) × (元控制器切换逻辑) × (SSD/PCIe 带宽预算门控) × (top-1 覆盖)　—— 不是任何单极策略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实验计划：M0→M3 路线图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1097280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已完成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0200" y="10515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等容量修正 + k=4 补点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00200" y="140817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严格 C 重跑；k=4 trace 采集；EXP-B 容量扫描（NBOOT=200）；k∈{1,4,8} 三点曲线闭合。G0-a 压倒性通过（C&gt;k 全区 +0.90→+7.31pp）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011680"/>
            <a:ext cx="8321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011680"/>
            <a:ext cx="1097280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1488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" y="2542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ready，等远程 GPU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00200" y="20574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特征化：证明"漂移会咬"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00200" y="241401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漂移注入协议（A→B 顺序拼接）；测 vanilla FineMoE 预取精度 / 命中率 / 浪费随漂移的塌陷曲线；证 delta 对冲在漂移+紧预算下无效/有害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017520"/>
            <a:ext cx="8321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017520"/>
            <a:ext cx="109728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546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1480" y="3547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待实现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600200" y="30632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实现 + trace 级消融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00200" y="341985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三控制点实现；DAC-full vs FineMoE vs LRU+on-demand vs 纯 LRU vs 纯 LFU；分布内不劣验证（≤1pp / ≤2%）；漂移×top-1/8×PCIe/SSD 网格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4023360"/>
            <a:ext cx="8321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023360"/>
            <a:ext cx="1097280" cy="914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1605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11480" y="45537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后续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600200" y="40690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真机集成 + 端到端延迟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00200" y="44256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FineMoE 仓库集成 DAC；SSD 层接入；top-4 Qwen 真机（top-1 走 trace 级）；端到端延迟主结果表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诚实限制与开放问题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07592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07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06070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 D 在多样 mmlu 下未达 per-C 显著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4560条+NBOOT=1000：C=8/12/16 的 CI 全部跨 0（[-0.23,+1.11] / [-0.36,+1.74] / [-0.45,+2.41]）。D 方向正、随容量单调、机制自洽，但功效不足。主地基是分布层 Jaccard，D 只是佐证。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011680"/>
            <a:ext cx="8321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13432"/>
            <a:ext cx="329184" cy="3291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13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06654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「随任务连贯度缩放」已撤回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423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密集补采（80条/科）后 COHERENT-12 ≈ DIVERSE-12（within-J 0.498≈0.509，D均+0.74）。早期稀疏采样看到的分离是小样本假象。此路径已完全放弃。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017520"/>
            <a:ext cx="8321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19272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07238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尚无 M1–M3 实验结果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429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目前是方案+动机证据；漂移感知能赢 FineMoE 是假设，还需实验验证。区分已验证（现象）和待验证（解法）。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4023360"/>
            <a:ext cx="8321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25112"/>
            <a:ext cx="329184" cy="32918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325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407822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并发多租户是 stretch；top-1 真机是后期目标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434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主评测是顺序漂移；多租户需跨请求信号聚合+补并发调度层。top-1 真机接入工作量大，M1/M2 用 trace 级模拟。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457200"/>
            <a:ext cx="3657600" cy="36576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已确立（实验验证）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52728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070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跨任务热专家 Jaccard ≈ 0.07（分布层铁证，独立于缓存仿真）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28216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8249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漂移系统性惩罚 LFU、LRU 近免疫——5 模型方向一致，k∈{1,4,8} 三点闭合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03704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5798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真机实测 ρ = 22–312，全落饱和平台；延迟倍数 1.33–2.05×（bootstrap CI ±0.03×）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7919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63347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最优缓存策略随 regime 切换——漂移下 LRU 优于 LFU（FineMoE 没测的场景）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868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已设计，待验证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252728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2070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三控制点方案；代码 4 注入点已定位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728216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68249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M1：证 delta 对冲失效（本地 harness ready）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203704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15798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M2：DAC 消融验证分布内不劣 + 漂移下有效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679192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63347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M3：真机集成 + SSD + 端到端延迟主结果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977640"/>
            <a:ext cx="8321040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02336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FineMoE 没有测过的 regime 里，用 FineMoE 自己已经算出的信号，修复 FineMoE 在那个 regime 下的失效——增量而非替代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2026-08-28T11:21:38Z</dcterms:created>
  <dcterms:modified xsi:type="dcterms:W3CDTF">2026-08-28T11:21:38Z</dcterms:modified>
</cp:coreProperties>
</file>